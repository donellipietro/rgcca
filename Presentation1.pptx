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68"/>
  </p:normalViewPr>
  <p:slideViewPr>
    <p:cSldViewPr snapToGrid="0">
      <p:cViewPr>
        <p:scale>
          <a:sx n="100" d="100"/>
          <a:sy n="100" d="100"/>
        </p:scale>
        <p:origin x="20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6ADF-F37D-CEBF-0C01-B75598B0F4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E40F05-C0E0-36C4-BD7B-E4216A4A0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23315-3D4C-2169-31DF-63CAF401F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A3D70-D263-932C-3694-351387A2D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79F8-689A-D224-75B3-28A8F4A6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6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B88E2-4E6F-15F7-1DE0-9CDB7CA42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ECCE9-66BB-D9A1-981E-5E0EEFB9A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733E78-0DCE-D00B-B6D2-700EF6E6C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A3D8E-F266-607C-EEAB-29CDF4932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6589F-A82B-4F0D-8BA6-0FA8A5EE5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60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CE6D9-C6C8-46CC-E3DA-04810FCCA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C3343-8344-5EED-AF39-92C672D916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9D0F0-39B1-9135-33AE-99F5B47F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92CF77-86F8-F053-B6A2-CF9C2992E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73993-5169-7E15-4028-22659890A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09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8F465-E1A0-675F-5B3F-15641582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7B352-7426-EC50-8EBF-9CBC71E11A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51A48D-3E4B-AE4D-8970-0FC607613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4150FE-18A5-40EB-3E92-DACE6CE9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DAABC-08F9-AE4D-5C45-CEB2592DC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607A7-3FC9-1250-B1C8-CB3D71E6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405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D06D-B3FF-2F9A-8772-6C5A6A2DE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BF4FB3-152C-7337-B695-EE1BF14F4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C92DEE-7FAB-7971-1809-849570B3FA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8026F-A685-9F6B-C833-5F79560817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558A3E-3313-CF68-768E-04D79473C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0D4B10-F730-E043-6D8B-6D637CFF6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36B21C-B581-7E71-E876-22B9E140C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12E7C-246B-0D7A-9212-EAB723DD9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4232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FE5B7-5E48-7549-506A-8B2F30C79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ECC10C-7ADD-C607-C909-11B9A3AC9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64F87E-64B3-D4E0-F217-CB6643224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07B4B-F244-42F8-E535-C47FFF6C5D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8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6EF2A9-47AA-952E-F131-3DE01B71E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288596-1FBF-BAEB-ADBF-0E603BB5A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F1AC3-0E02-196A-5D00-2E806C948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879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17398-5D2C-2E28-6790-E49F99BD9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7AB5-B7D6-7C47-B515-939498F0F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CEA5E-F5BB-6220-74F9-9A540C15F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F5491B-7E00-F528-38F3-E8EC92676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DB7AB0-E386-74D4-2080-61BCDCC3E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CE202-0C07-6895-71CD-5A82AD6A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741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4940E-80C4-F89F-F732-E1900E201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B42942-F900-DE91-C739-A6AFA9449C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7B5190-39EF-04A0-DEC7-2F24B5A580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744E2F-84B6-4EAF-5360-F39213960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28053-DA29-364F-A671-DF0FF5AA8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C3C8C-1137-A81C-B00B-DEDFF4740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281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BA223E-DCE6-B4DB-9637-C2BDFB26D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A5D18-CF6D-A90B-0406-50E854A8F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F7CE4D-FCB2-4CDA-6F3B-08E67E1D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6E6A4-DE28-871F-73E0-24422898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AF652-14E6-4B16-9BD9-73E3B29D6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85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EF8B4D-ECCE-3C9A-B027-552B6B9A4F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286D28-97D0-55C4-BA7F-70012386B0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868A5-5ED2-BA09-96C8-974DCB6C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B6CDC-A979-9C09-3E67-2BA2F9885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3B42C-FA78-7C23-EAC7-87ABA7FE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66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3E48F-E693-C4CD-7715-463B63E1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E0DAE-EB78-C477-49AE-5D7F5466CA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19C63-4819-7116-AAD9-D8C40E5E23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F60D0F-A154-9D4B-A28A-4708D61B89ED}" type="datetimeFigureOut">
              <a:rPr lang="en-US" smtClean="0"/>
              <a:t>1/23/26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653F5-5F3D-ED14-C329-5AC3FD1D5C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C38CE-37F5-28B9-C714-7E1D1E8B8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A431AE-7799-9944-AA9C-5D891D6FC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4435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jp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4A84854D-987B-D158-CEFB-B7B0DD8BCD12}"/>
              </a:ext>
            </a:extLst>
          </p:cNvPr>
          <p:cNvGrpSpPr/>
          <p:nvPr/>
        </p:nvGrpSpPr>
        <p:grpSpPr>
          <a:xfrm>
            <a:off x="3022039" y="973422"/>
            <a:ext cx="6456737" cy="5252254"/>
            <a:chOff x="3022039" y="973422"/>
            <a:chExt cx="6456737" cy="5252254"/>
          </a:xfrm>
        </p:grpSpPr>
        <p:pic>
          <p:nvPicPr>
            <p:cNvPr id="5" name="Picture 2">
              <a:extLst>
                <a:ext uri="{FF2B5EF4-FFF2-40B4-BE49-F238E27FC236}">
                  <a16:creationId xmlns:a16="http://schemas.microsoft.com/office/drawing/2014/main" id="{E36956BF-4571-B769-D49D-76CF812BD47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" r="28"/>
            <a:stretch/>
          </p:blipFill>
          <p:spPr bwMode="auto">
            <a:xfrm>
              <a:off x="3022039" y="973422"/>
              <a:ext cx="6456737" cy="52522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25BDF525-0506-1C4C-577F-8DC91627732E}"/>
                </a:ext>
              </a:extLst>
            </p:cNvPr>
            <p:cNvGrpSpPr/>
            <p:nvPr/>
          </p:nvGrpSpPr>
          <p:grpSpPr>
            <a:xfrm>
              <a:off x="4387299" y="1963169"/>
              <a:ext cx="3651475" cy="3300240"/>
              <a:chOff x="1680675" y="2109473"/>
              <a:chExt cx="3651475" cy="3300240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116AE6D6-A077-03A9-DAA8-7C749D99E5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3918" t="44746" r="60359" b="38576"/>
              <a:stretch>
                <a:fillRect/>
              </a:stretch>
            </p:blipFill>
            <p:spPr>
              <a:xfrm>
                <a:off x="1779993" y="3398788"/>
                <a:ext cx="1222046" cy="1056698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F8E15299-3D34-A668-E5B4-925A1882C09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rcRect l="47629" t="47007" r="34866" b="19107"/>
              <a:stretch>
                <a:fillRect/>
              </a:stretch>
            </p:blipFill>
            <p:spPr>
              <a:xfrm>
                <a:off x="3394119" y="3610040"/>
                <a:ext cx="1140445" cy="1799673"/>
              </a:xfrm>
              <a:prstGeom prst="rect">
                <a:avLst/>
              </a:prstGeom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0269946A-4054-7AE4-13AC-007C015500DE}"/>
                  </a:ext>
                </a:extLst>
              </p:cNvPr>
              <p:cNvGrpSpPr/>
              <p:nvPr/>
            </p:nvGrpSpPr>
            <p:grpSpPr>
              <a:xfrm>
                <a:off x="1680675" y="2109473"/>
                <a:ext cx="3651475" cy="1738226"/>
                <a:chOff x="714566" y="2006115"/>
                <a:chExt cx="4715005" cy="2244501"/>
              </a:xfrm>
            </p:grpSpPr>
            <p:pic>
              <p:nvPicPr>
                <p:cNvPr id="10" name="Picture 9" descr="A black background with white lines&#10;&#10;AI-generated content may be incorrect.">
                  <a:extLst>
                    <a:ext uri="{FF2B5EF4-FFF2-40B4-BE49-F238E27FC236}">
                      <a16:creationId xmlns:a16="http://schemas.microsoft.com/office/drawing/2014/main" id="{4C911C9A-DB69-71A5-557D-01DC04A9CEB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399725">
                  <a:off x="4651264" y="3011903"/>
                  <a:ext cx="778307" cy="1238713"/>
                </a:xfrm>
                <a:prstGeom prst="rect">
                  <a:avLst/>
                </a:prstGeom>
              </p:spPr>
            </p:pic>
            <p:pic>
              <p:nvPicPr>
                <p:cNvPr id="11" name="Picture 10" descr="A black background with a black square&#10;&#10;AI-generated content may be incorrect.">
                  <a:extLst>
                    <a:ext uri="{FF2B5EF4-FFF2-40B4-BE49-F238E27FC236}">
                      <a16:creationId xmlns:a16="http://schemas.microsoft.com/office/drawing/2014/main" id="{82F3C482-C4CC-8199-FA44-E222D88183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89728" y="2006115"/>
                  <a:ext cx="2357583" cy="809146"/>
                </a:xfrm>
                <a:prstGeom prst="rect">
                  <a:avLst/>
                </a:prstGeom>
              </p:spPr>
            </p:pic>
            <p:pic>
              <p:nvPicPr>
                <p:cNvPr id="12" name="Picture 11" descr="A black background with white spots&#10;&#10;AI-generated content may be incorrect.">
                  <a:extLst>
                    <a:ext uri="{FF2B5EF4-FFF2-40B4-BE49-F238E27FC236}">
                      <a16:creationId xmlns:a16="http://schemas.microsoft.com/office/drawing/2014/main" id="{A3D5BF43-2EC3-53EF-1CEE-156CC31B5A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14566" y="2596448"/>
                  <a:ext cx="1538576" cy="1466735"/>
                </a:xfrm>
                <a:prstGeom prst="rect">
                  <a:avLst/>
                </a:prstGeom>
              </p:spPr>
            </p:pic>
          </p:grpSp>
        </p:grpSp>
        <p:pic>
          <p:nvPicPr>
            <p:cNvPr id="13" name="Picture 12" descr="A blue rectangle on a black background&#10;&#10;AI-generated content may be incorrect.">
              <a:extLst>
                <a:ext uri="{FF2B5EF4-FFF2-40B4-BE49-F238E27FC236}">
                  <a16:creationId xmlns:a16="http://schemas.microsoft.com/office/drawing/2014/main" id="{64C42670-1271-096C-8FD7-9CCF74AD8F3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17946" y="3002511"/>
              <a:ext cx="1799870" cy="924523"/>
            </a:xfrm>
            <a:prstGeom prst="rect">
              <a:avLst/>
            </a:prstGeom>
          </p:spPr>
        </p:pic>
        <p:pic>
          <p:nvPicPr>
            <p:cNvPr id="14" name="Picture 13" descr="A blue and black background&#10;&#10;AI-generated content may be incorrect.">
              <a:extLst>
                <a:ext uri="{FF2B5EF4-FFF2-40B4-BE49-F238E27FC236}">
                  <a16:creationId xmlns:a16="http://schemas.microsoft.com/office/drawing/2014/main" id="{FCEAD230-B32A-002B-0A6D-7795CECA8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49110" y="1394965"/>
              <a:ext cx="2311309" cy="1593328"/>
            </a:xfrm>
            <a:prstGeom prst="rect">
              <a:avLst/>
            </a:prstGeom>
          </p:spPr>
        </p:pic>
        <p:pic>
          <p:nvPicPr>
            <p:cNvPr id="15" name="Picture 14" descr="A blue and black rectangle&#10;&#10;AI-generated content may be incorrect.">
              <a:extLst>
                <a:ext uri="{FF2B5EF4-FFF2-40B4-BE49-F238E27FC236}">
                  <a16:creationId xmlns:a16="http://schemas.microsoft.com/office/drawing/2014/main" id="{689B04D2-84EA-CE0B-13B0-28BCC9F1BF9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41720" y="1727667"/>
              <a:ext cx="2261277" cy="1173710"/>
            </a:xfrm>
            <a:prstGeom prst="rect">
              <a:avLst/>
            </a:prstGeom>
          </p:spPr>
        </p:pic>
        <p:pic>
          <p:nvPicPr>
            <p:cNvPr id="16" name="Picture 15" descr="A blue and black background&#10;&#10;AI-generated content may be incorrect.">
              <a:extLst>
                <a:ext uri="{FF2B5EF4-FFF2-40B4-BE49-F238E27FC236}">
                  <a16:creationId xmlns:a16="http://schemas.microsoft.com/office/drawing/2014/main" id="{66ADED10-8126-A4F0-78D0-8BB275A1B85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9445" y="3098453"/>
              <a:ext cx="1937565" cy="737652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A0469BD-3340-1D1A-1F93-776AB732E1E4}"/>
                    </a:ext>
                  </a:extLst>
                </p:cNvPr>
                <p:cNvSpPr txBox="1"/>
                <p:nvPr/>
              </p:nvSpPr>
              <p:spPr>
                <a:xfrm>
                  <a:off x="8415276" y="2116123"/>
                  <a:ext cx="24654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A0469BD-3340-1D1A-1F93-776AB732E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5276" y="2116123"/>
                  <a:ext cx="246548" cy="276999"/>
                </a:xfrm>
                <a:prstGeom prst="rect">
                  <a:avLst/>
                </a:prstGeom>
                <a:blipFill>
                  <a:blip r:embed="rId12"/>
                  <a:stretch>
                    <a:fillRect l="-28571" r="-2381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3FE2223-3703-7F32-5B17-8FCAA71E5AC5}"/>
                    </a:ext>
                  </a:extLst>
                </p:cNvPr>
                <p:cNvSpPr txBox="1"/>
                <p:nvPr/>
              </p:nvSpPr>
              <p:spPr>
                <a:xfrm>
                  <a:off x="7687145" y="3780902"/>
                  <a:ext cx="24654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F3FE2223-3703-7F32-5B17-8FCAA71E5AC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7145" y="3780902"/>
                  <a:ext cx="246548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30000" r="-25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E01BF1C-0173-FDA6-A738-491DAB9C80A4}"/>
                    </a:ext>
                  </a:extLst>
                </p:cNvPr>
                <p:cNvSpPr txBox="1"/>
                <p:nvPr/>
              </p:nvSpPr>
              <p:spPr>
                <a:xfrm>
                  <a:off x="4051007" y="3244102"/>
                  <a:ext cx="24654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0E01BF1C-0173-FDA6-A738-491DAB9C80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51007" y="3244102"/>
                  <a:ext cx="246548" cy="276999"/>
                </a:xfrm>
                <a:prstGeom prst="rect">
                  <a:avLst/>
                </a:prstGeom>
                <a:blipFill>
                  <a:blip r:embed="rId14"/>
                  <a:stretch>
                    <a:fillRect l="-35000" r="-25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E7267F7-6B19-1653-808C-8758081C8BA7}"/>
                    </a:ext>
                  </a:extLst>
                </p:cNvPr>
                <p:cNvSpPr txBox="1"/>
                <p:nvPr/>
              </p:nvSpPr>
              <p:spPr>
                <a:xfrm>
                  <a:off x="4387299" y="2002208"/>
                  <a:ext cx="966785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E7267F7-6B19-1653-808C-8758081C8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7299" y="2002208"/>
                  <a:ext cx="966785" cy="276999"/>
                </a:xfrm>
                <a:prstGeom prst="rect">
                  <a:avLst/>
                </a:prstGeom>
                <a:blipFill>
                  <a:blip r:embed="rId15"/>
                  <a:stretch>
                    <a:fillRect t="-4348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D2D4D13-2325-45EF-6C86-F00A3F8F25A0}"/>
                    </a:ext>
                  </a:extLst>
                </p:cNvPr>
                <p:cNvSpPr txBox="1"/>
                <p:nvPr/>
              </p:nvSpPr>
              <p:spPr>
                <a:xfrm>
                  <a:off x="7050915" y="2176022"/>
                  <a:ext cx="1042886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BD2D4D13-2325-45EF-6C86-F00A3F8F25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50915" y="2176022"/>
                  <a:ext cx="1042886" cy="276999"/>
                </a:xfrm>
                <a:prstGeom prst="rect">
                  <a:avLst/>
                </a:prstGeom>
                <a:blipFill>
                  <a:blip r:embed="rId16"/>
                  <a:stretch>
                    <a:fillRect t="-4545" b="-4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10BEB8-F613-5362-2B86-BB2902D5D0DE}"/>
                    </a:ext>
                  </a:extLst>
                </p:cNvPr>
                <p:cNvSpPr txBox="1"/>
                <p:nvPr/>
              </p:nvSpPr>
              <p:spPr>
                <a:xfrm>
                  <a:off x="4720796" y="3293459"/>
                  <a:ext cx="878424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F10BEB8-F613-5362-2B86-BB2902D5D0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796" y="3293459"/>
                  <a:ext cx="878424" cy="276999"/>
                </a:xfrm>
                <a:prstGeom prst="rect">
                  <a:avLst/>
                </a:prstGeom>
                <a:blipFill>
                  <a:blip r:embed="rId17"/>
                  <a:stretch>
                    <a:fillRect t="-4348" r="-4225" b="-304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9251D08-548B-DCB0-A429-1E3E0F722B23}"/>
                    </a:ext>
                  </a:extLst>
                </p:cNvPr>
                <p:cNvSpPr txBox="1"/>
                <p:nvPr/>
              </p:nvSpPr>
              <p:spPr>
                <a:xfrm>
                  <a:off x="6886100" y="3315459"/>
                  <a:ext cx="788883" cy="28740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it-IT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E9251D08-548B-DCB0-A429-1E3E0F722B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86100" y="3315459"/>
                  <a:ext cx="788883" cy="287407"/>
                </a:xfrm>
                <a:prstGeom prst="rect">
                  <a:avLst/>
                </a:prstGeom>
                <a:blipFill>
                  <a:blip r:embed="rId18"/>
                  <a:stretch>
                    <a:fillRect l="-4762" t="-4348" r="-11111" b="-3043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75D92DF-B637-0215-72BD-4FDA7E57837A}"/>
                </a:ext>
              </a:extLst>
            </p:cNvPr>
            <p:cNvGrpSpPr/>
            <p:nvPr/>
          </p:nvGrpSpPr>
          <p:grpSpPr>
            <a:xfrm>
              <a:off x="3451526" y="3889459"/>
              <a:ext cx="2644914" cy="2190043"/>
              <a:chOff x="744902" y="4035763"/>
              <a:chExt cx="2644914" cy="2190043"/>
            </a:xfrm>
          </p:grpSpPr>
          <p:pic>
            <p:nvPicPr>
              <p:cNvPr id="25" name="Picture 24" descr="A network of dots and lines&#10;&#10;AI-generated content may be incorrect.">
                <a:extLst>
                  <a:ext uri="{FF2B5EF4-FFF2-40B4-BE49-F238E27FC236}">
                    <a16:creationId xmlns:a16="http://schemas.microsoft.com/office/drawing/2014/main" id="{700BD98A-91BC-FE9D-245B-2183206F88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2227642">
                <a:off x="1106870" y="4035763"/>
                <a:ext cx="2067799" cy="2033715"/>
              </a:xfrm>
              <a:prstGeom prst="rect">
                <a:avLst/>
              </a:prstGeom>
            </p:spPr>
          </p:pic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C71F08BB-A024-6FD5-2523-FBAAFF3148AC}"/>
                      </a:ext>
                    </a:extLst>
                  </p:cNvPr>
                  <p:cNvSpPr txBox="1"/>
                  <p:nvPr/>
                </p:nvSpPr>
                <p:spPr>
                  <a:xfrm>
                    <a:off x="744902" y="4392901"/>
                    <a:ext cx="242425" cy="27699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𝒢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C71F08BB-A024-6FD5-2523-FBAAFF3148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4902" y="4392901"/>
                    <a:ext cx="242425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35000" r="-15000" b="-3043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D5D4730-3B67-4B01-BC89-F61D9151E572}"/>
                  </a:ext>
                </a:extLst>
              </p:cNvPr>
              <p:cNvSpPr/>
              <p:nvPr/>
            </p:nvSpPr>
            <p:spPr>
              <a:xfrm>
                <a:off x="1029547" y="4469662"/>
                <a:ext cx="2360269" cy="1756144"/>
              </a:xfrm>
              <a:prstGeom prst="rect">
                <a:avLst/>
              </a:prstGeom>
              <a:noFill/>
              <a:ln w="38100">
                <a:solidFill>
                  <a:srgbClr val="C2C2C2"/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8A7C32F-379B-457F-3924-90E3CD1B1E5B}"/>
                    </a:ext>
                  </a:extLst>
                </p:cNvPr>
                <p:cNvSpPr txBox="1"/>
                <p:nvPr/>
              </p:nvSpPr>
              <p:spPr>
                <a:xfrm>
                  <a:off x="4977152" y="5577158"/>
                  <a:ext cx="788883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(⋅, 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it-IT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8A7C32F-379B-457F-3924-90E3CD1B1E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7152" y="5577158"/>
                  <a:ext cx="788883" cy="276999"/>
                </a:xfrm>
                <a:prstGeom prst="rect">
                  <a:avLst/>
                </a:prstGeom>
                <a:blipFill>
                  <a:blip r:embed="rId21"/>
                  <a:stretch>
                    <a:fillRect l="-6250" t="-4545" b="-3636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78556B6-79D7-0210-F9D9-1BF3D014F78A}"/>
                    </a:ext>
                  </a:extLst>
                </p:cNvPr>
                <p:cNvSpPr txBox="1"/>
                <p:nvPr/>
              </p:nvSpPr>
              <p:spPr>
                <a:xfrm>
                  <a:off x="4002369" y="1410696"/>
                  <a:ext cx="246548" cy="27699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𝒟</m:t>
                            </m:r>
                          </m:e>
                          <m:sub>
                            <m:r>
                              <a:rPr lang="it-IT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978556B6-79D7-0210-F9D9-1BF3D014F7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2369" y="1410696"/>
                  <a:ext cx="246548" cy="276999"/>
                </a:xfrm>
                <a:prstGeom prst="rect">
                  <a:avLst/>
                </a:prstGeom>
                <a:blipFill>
                  <a:blip r:embed="rId22"/>
                  <a:stretch>
                    <a:fillRect l="-30000" r="-25000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547288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1107</TotalTime>
  <Words>35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Donelli, Pietro</dc:creator>
  <cp:lastModifiedBy>Donelli, Pietro</cp:lastModifiedBy>
  <cp:revision>1</cp:revision>
  <dcterms:created xsi:type="dcterms:W3CDTF">2026-01-23T14:58:02Z</dcterms:created>
  <dcterms:modified xsi:type="dcterms:W3CDTF">2026-01-24T09:25:07Z</dcterms:modified>
</cp:coreProperties>
</file>