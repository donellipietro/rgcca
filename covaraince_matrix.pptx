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812"/>
  </p:normalViewPr>
  <p:slideViewPr>
    <p:cSldViewPr snapToGrid="0">
      <p:cViewPr>
        <p:scale>
          <a:sx n="123" d="100"/>
          <a:sy n="123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7753-61C0-ABED-64BF-3623D240B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00C79-54D6-370E-8790-B687B5156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96AFF-93FF-F431-1EA4-026E86A7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D1888-68F0-5608-1964-704D9504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CBAA8-183C-2B1B-99F6-F774B925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B981-F4F0-E2E2-A607-950BF4C3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4A091-6EB6-AC04-BBB0-826717857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ACA2A-666D-762D-E8DA-AC5A3C4B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F200C-AF6C-24C2-66E6-00209C27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C2751-6BB0-AD93-79AF-21A694BE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6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1F41-E189-D28C-2608-FA3A0638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B95A8-06E5-9F25-067E-5B0BBE5F4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5E65D-6589-7343-2837-7343DDB3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1BB0-7B5A-7629-0CD8-BAF63A035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C0F79-F909-5914-896A-9720086E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2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65A9-DF1A-5ACA-C41C-4B2FDCAA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9CD4-8E28-3E54-8A7C-9865D0404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5BBA8-5D7A-791B-E311-27225F470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655C5-D692-C837-514E-535776904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7241-67AE-97F2-A820-E79818034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82D8B-5C3A-3FAE-4456-7E56C82D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1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9114-1F28-2016-CEC7-A7FBEA05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1E977-988E-E11F-0D35-2890755A5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78AC2-3339-B398-D01D-10F153561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9D08B-5590-E80B-73A3-D3064DEB9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3FBB7-6816-3075-3729-30F0F084F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67100A-6CC5-C9C4-1BBA-F6DE1029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90166-A64D-69AF-4D6B-3BC36975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88251-A089-5EAE-AC3E-C4A370C9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3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6051-995C-A923-5AA8-E140AFEE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F1CD2-1780-0F13-3E57-8EDB456F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711456-CD23-16D0-2327-030B15E26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3360C-9E6E-5346-D63B-43A57116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0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1CDAA-AD92-613F-B884-E50795F9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2A670A-2FB4-CB8E-56DB-E51CAD72A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0C81B-5197-1130-01EC-99D172F2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8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563FC-EE0C-D27A-AA86-A39A9019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28782-A6AA-D061-D583-DDB5A2536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23D86-3E66-08A7-962B-8F80BCAA4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41B88-2FDF-EF17-6962-0FD668E9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722A0-D4D2-11A5-71FE-44635758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C46BB-509D-74B0-1E0F-E74B3895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33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66C0-7856-105A-A044-6299BAB41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B78154-7CCE-E845-08EE-2D674058B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CF6A5-61DF-7C32-4698-E516B619D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7012E-BD0D-B5DA-C095-2DF51DA87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EA4A3-D77B-61FA-A7EF-A857C67B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6C70D-BFB4-BB50-569D-5BCF549A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69F4D-D49E-34A0-A516-B0CCD7C6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D3A47-0DAA-B192-DF5B-9F13A67AE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D7FCB-BABE-1FA0-2FB9-1F4AFA9B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864BB-583E-534D-F7E1-32DC7056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F4F24-B9CD-815B-9FDD-41629FAF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3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DB79A1-0F9F-BB2D-1C11-CAD109D822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DD572-F4FA-B30A-52AB-99A3EC264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E8314-E932-4EC9-54FA-C374267D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5F5A7-68B1-34A6-D463-B11A0646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CB07A-002C-4338-5690-7F158760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9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0C661-E31B-9B9B-AFF8-C0EEC0B1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7E36C-7995-AB55-61AD-28F8DE3F4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F0947-ECAD-8F81-3946-328C425B1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673F1-8F5E-C048-8802-1ED7F931C898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43B1-3AE8-7432-4FDE-708543097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5F03F-BCFB-1BE0-DCD1-11B7C5B03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5AAB1-54F0-7040-A668-2C7EDCD99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DEE9039-05FE-ECD4-6D92-0F2E10E1EEAB}"/>
              </a:ext>
            </a:extLst>
          </p:cNvPr>
          <p:cNvGrpSpPr/>
          <p:nvPr/>
        </p:nvGrpSpPr>
        <p:grpSpPr>
          <a:xfrm>
            <a:off x="2219362" y="587828"/>
            <a:ext cx="5660571" cy="5682343"/>
            <a:chOff x="1589970" y="0"/>
            <a:chExt cx="6831724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0BA968-D0F7-94B8-F615-8C77B8921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9970" y="0"/>
              <a:ext cx="6831724" cy="6858000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29A26E9-833A-8CF7-144D-A536D6515577}"/>
                </a:ext>
              </a:extLst>
            </p:cNvPr>
            <p:cNvCxnSpPr>
              <a:cxnSpLocks/>
            </p:cNvCxnSpPr>
            <p:nvPr/>
          </p:nvCxnSpPr>
          <p:spPr>
            <a:xfrm>
              <a:off x="1787857" y="2367689"/>
              <a:ext cx="641444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5A2555-F4A3-532C-D533-BC7147ABA554}"/>
                </a:ext>
              </a:extLst>
            </p:cNvPr>
            <p:cNvCxnSpPr>
              <a:cxnSpLocks/>
            </p:cNvCxnSpPr>
            <p:nvPr/>
          </p:nvCxnSpPr>
          <p:spPr>
            <a:xfrm>
              <a:off x="1798608" y="4503268"/>
              <a:ext cx="641444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D6042CF-AED7-20FA-5A9F-9BBAC80BE3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2312" y="257748"/>
              <a:ext cx="0" cy="6380558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BE7D7C-5576-8C2D-F8D7-D7533C18B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8500" y="245873"/>
              <a:ext cx="0" cy="6380558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A5D92D8-FA85-9EFC-31FB-75A36896D02B}"/>
              </a:ext>
            </a:extLst>
          </p:cNvPr>
          <p:cNvSpPr txBox="1"/>
          <p:nvPr/>
        </p:nvSpPr>
        <p:spPr>
          <a:xfrm>
            <a:off x="2383326" y="314657"/>
            <a:ext cx="176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Comp.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81D3D4-B4D7-BE93-3B74-8A2A030709B8}"/>
              </a:ext>
            </a:extLst>
          </p:cNvPr>
          <p:cNvSpPr txBox="1"/>
          <p:nvPr/>
        </p:nvSpPr>
        <p:spPr>
          <a:xfrm>
            <a:off x="4151874" y="314638"/>
            <a:ext cx="176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Comp.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3D87EE-5B16-F20D-E74C-AA1644EEA798}"/>
              </a:ext>
            </a:extLst>
          </p:cNvPr>
          <p:cNvSpPr txBox="1"/>
          <p:nvPr/>
        </p:nvSpPr>
        <p:spPr>
          <a:xfrm>
            <a:off x="5913569" y="315178"/>
            <a:ext cx="179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Comp.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ABD420-2CED-8B67-127D-9AA25578D4C2}"/>
              </a:ext>
            </a:extLst>
          </p:cNvPr>
          <p:cNvSpPr txBox="1"/>
          <p:nvPr/>
        </p:nvSpPr>
        <p:spPr>
          <a:xfrm rot="16200000">
            <a:off x="1128980" y="5005788"/>
            <a:ext cx="1742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Comp.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1A6D6D-D129-997D-4076-B0E98A606679}"/>
              </a:ext>
            </a:extLst>
          </p:cNvPr>
          <p:cNvSpPr txBox="1"/>
          <p:nvPr/>
        </p:nvSpPr>
        <p:spPr>
          <a:xfrm rot="16200000">
            <a:off x="1119461" y="3254077"/>
            <a:ext cx="176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Comp.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35FDE5-D6AA-403A-B445-3ADDF8D5CD96}"/>
              </a:ext>
            </a:extLst>
          </p:cNvPr>
          <p:cNvSpPr txBox="1"/>
          <p:nvPr/>
        </p:nvSpPr>
        <p:spPr>
          <a:xfrm rot="16200000">
            <a:off x="1120000" y="1492382"/>
            <a:ext cx="176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Comp. 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169D55-81A7-9D2F-667E-3B423C84904B}"/>
              </a:ext>
            </a:extLst>
          </p:cNvPr>
          <p:cNvSpPr/>
          <p:nvPr/>
        </p:nvSpPr>
        <p:spPr>
          <a:xfrm>
            <a:off x="4625344" y="3022455"/>
            <a:ext cx="378073" cy="37895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E3CB7F-24C3-9CF0-1F45-F6FB61D15D87}"/>
              </a:ext>
            </a:extLst>
          </p:cNvPr>
          <p:cNvSpPr/>
          <p:nvPr/>
        </p:nvSpPr>
        <p:spPr>
          <a:xfrm>
            <a:off x="4184722" y="2577588"/>
            <a:ext cx="378073" cy="37895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E47CC1-11BF-4D3C-5CD5-81E4837BEF56}"/>
              </a:ext>
            </a:extLst>
          </p:cNvPr>
          <p:cNvSpPr/>
          <p:nvPr/>
        </p:nvSpPr>
        <p:spPr>
          <a:xfrm>
            <a:off x="5506587" y="3912190"/>
            <a:ext cx="378073" cy="3789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CD5018-ECEF-9BC7-C84A-146EB0280A0F}"/>
              </a:ext>
            </a:extLst>
          </p:cNvPr>
          <p:cNvSpPr/>
          <p:nvPr/>
        </p:nvSpPr>
        <p:spPr>
          <a:xfrm>
            <a:off x="5065966" y="3467322"/>
            <a:ext cx="378073" cy="3789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6B2663-0CD6-94D3-4EB9-7725FC6DB394}"/>
              </a:ext>
            </a:extLst>
          </p:cNvPr>
          <p:cNvSpPr/>
          <p:nvPr/>
        </p:nvSpPr>
        <p:spPr>
          <a:xfrm>
            <a:off x="2865159" y="1258084"/>
            <a:ext cx="378073" cy="37895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F0FE72-9BA9-E3AE-4331-A2278EB6481B}"/>
              </a:ext>
            </a:extLst>
          </p:cNvPr>
          <p:cNvSpPr/>
          <p:nvPr/>
        </p:nvSpPr>
        <p:spPr>
          <a:xfrm>
            <a:off x="2424537" y="823608"/>
            <a:ext cx="378073" cy="37895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ECEC39-C22E-7F6A-4911-B205F48718D8}"/>
              </a:ext>
            </a:extLst>
          </p:cNvPr>
          <p:cNvSpPr/>
          <p:nvPr/>
        </p:nvSpPr>
        <p:spPr>
          <a:xfrm>
            <a:off x="3746402" y="2147819"/>
            <a:ext cx="378073" cy="3789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F24A45-3E06-76AA-4A79-119A8F8EC7EC}"/>
              </a:ext>
            </a:extLst>
          </p:cNvPr>
          <p:cNvSpPr/>
          <p:nvPr/>
        </p:nvSpPr>
        <p:spPr>
          <a:xfrm>
            <a:off x="3305781" y="1702951"/>
            <a:ext cx="378073" cy="3789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466B3D-FB9F-7034-195B-C12CFAED5946}"/>
              </a:ext>
            </a:extLst>
          </p:cNvPr>
          <p:cNvSpPr/>
          <p:nvPr/>
        </p:nvSpPr>
        <p:spPr>
          <a:xfrm>
            <a:off x="6385158" y="4796730"/>
            <a:ext cx="378073" cy="37895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3DBA40-D697-8DFA-647E-B82BBF0B073D}"/>
              </a:ext>
            </a:extLst>
          </p:cNvPr>
          <p:cNvSpPr/>
          <p:nvPr/>
        </p:nvSpPr>
        <p:spPr>
          <a:xfrm>
            <a:off x="5944536" y="4351863"/>
            <a:ext cx="378073" cy="37895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038E25-CE4A-78C7-E5E2-EE9D6FCE111F}"/>
              </a:ext>
            </a:extLst>
          </p:cNvPr>
          <p:cNvSpPr/>
          <p:nvPr/>
        </p:nvSpPr>
        <p:spPr>
          <a:xfrm>
            <a:off x="7266401" y="5676074"/>
            <a:ext cx="378073" cy="3789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AD6962-ADAB-79B3-04F6-9897F65C91A2}"/>
              </a:ext>
            </a:extLst>
          </p:cNvPr>
          <p:cNvSpPr/>
          <p:nvPr/>
        </p:nvSpPr>
        <p:spPr>
          <a:xfrm>
            <a:off x="6825780" y="5241597"/>
            <a:ext cx="378073" cy="3789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77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21122</TotalTime>
  <Words>18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Pietro Donelli</dc:creator>
  <cp:lastModifiedBy>Pietro Donelli</cp:lastModifiedBy>
  <cp:revision>1</cp:revision>
  <dcterms:created xsi:type="dcterms:W3CDTF">2026-02-16T15:49:48Z</dcterms:created>
  <dcterms:modified xsi:type="dcterms:W3CDTF">2026-03-03T07:52:12Z</dcterms:modified>
</cp:coreProperties>
</file>